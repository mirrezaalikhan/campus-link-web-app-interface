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10287000" cx="18288000"/>
  <p:notesSz cx="6858000" cy="9144000"/>
  <p:embeddedFontLst>
    <p:embeddedFont>
      <p:font typeface="IBM Plex Sans"/>
      <p:bold r:id="rId13"/>
      <p:boldItalic r:id="rId14"/>
    </p:embeddedFont>
    <p:embeddedFont>
      <p:font typeface="Cinzel"/>
      <p:bold r:id="rId15"/>
    </p:embeddedFont>
    <p:embeddedFont>
      <p:font typeface="Oswald SemiBold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BMPlexSans-bold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Cinzel-bold.fntdata"/><Relationship Id="rId14" Type="http://schemas.openxmlformats.org/officeDocument/2006/relationships/font" Target="fonts/IBMPlexSans-boldItalic.fntdata"/><Relationship Id="rId17" Type="http://schemas.openxmlformats.org/officeDocument/2006/relationships/font" Target="fonts/OswaldSemiBold-bold.fntdata"/><Relationship Id="rId16" Type="http://schemas.openxmlformats.org/officeDocument/2006/relationships/font" Target="fonts/Oswald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512364523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9512364523_1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cfde3230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9cfde32307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11" Type="http://schemas.openxmlformats.org/officeDocument/2006/relationships/image" Target="../media/image10.png"/><Relationship Id="rId10" Type="http://schemas.openxmlformats.org/officeDocument/2006/relationships/image" Target="../media/image13.png"/><Relationship Id="rId9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12.png"/><Relationship Id="rId8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16.png"/><Relationship Id="rId7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16.png"/><Relationship Id="rId7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16.png"/><Relationship Id="rId7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16.png"/><Relationship Id="rId7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16.png"/><Relationship Id="rId7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-19050"/>
            <a:ext cx="18468080" cy="10913540"/>
          </a:xfrm>
          <a:custGeom>
            <a:rect b="b" l="l" r="r" t="t"/>
            <a:pathLst>
              <a:path extrusionOk="0" h="10913540" w="18468080">
                <a:moveTo>
                  <a:pt x="0" y="0"/>
                </a:moveTo>
                <a:lnTo>
                  <a:pt x="18468080" y="0"/>
                </a:lnTo>
                <a:lnTo>
                  <a:pt x="18468080" y="10913540"/>
                </a:lnTo>
                <a:lnTo>
                  <a:pt x="0" y="109135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7154" l="0" r="0" t="-62064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-1754420" y="-19050"/>
            <a:ext cx="9981002" cy="10287000"/>
          </a:xfrm>
          <a:custGeom>
            <a:rect b="b" l="l" r="r" t="t"/>
            <a:pathLst>
              <a:path extrusionOk="0" h="10287000" w="9981002">
                <a:moveTo>
                  <a:pt x="0" y="0"/>
                </a:moveTo>
                <a:lnTo>
                  <a:pt x="9981002" y="0"/>
                </a:lnTo>
                <a:lnTo>
                  <a:pt x="998100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67000"/>
            </a:blip>
            <a:stretch>
              <a:fillRect b="-17441" l="-27390" r="0" t="-17441"/>
            </a:stretch>
          </a:blipFill>
          <a:ln>
            <a:noFill/>
          </a:ln>
        </p:spPr>
      </p:sp>
      <p:sp>
        <p:nvSpPr>
          <p:cNvPr id="86" name="Google Shape;86;p13"/>
          <p:cNvSpPr/>
          <p:nvPr/>
        </p:nvSpPr>
        <p:spPr>
          <a:xfrm flipH="1">
            <a:off x="10601489" y="-19050"/>
            <a:ext cx="11274142" cy="10894490"/>
          </a:xfrm>
          <a:custGeom>
            <a:rect b="b" l="l" r="r" t="t"/>
            <a:pathLst>
              <a:path extrusionOk="0" h="10894490" w="11274142">
                <a:moveTo>
                  <a:pt x="11274143" y="0"/>
                </a:moveTo>
                <a:lnTo>
                  <a:pt x="0" y="0"/>
                </a:lnTo>
                <a:lnTo>
                  <a:pt x="0" y="10894490"/>
                </a:lnTo>
                <a:lnTo>
                  <a:pt x="11274143" y="10894490"/>
                </a:lnTo>
                <a:lnTo>
                  <a:pt x="11274143" y="0"/>
                </a:lnTo>
                <a:close/>
              </a:path>
            </a:pathLst>
          </a:custGeom>
          <a:blipFill rotWithShape="1">
            <a:blip r:embed="rId5">
              <a:alphaModFix amt="67000"/>
            </a:blip>
            <a:stretch>
              <a:fillRect b="-23415" l="-30023" r="0" t="-23416"/>
            </a:stretch>
          </a:blipFill>
          <a:ln>
            <a:noFill/>
          </a:ln>
        </p:spPr>
      </p:sp>
      <p:sp>
        <p:nvSpPr>
          <p:cNvPr id="87" name="Google Shape;87;p13"/>
          <p:cNvSpPr/>
          <p:nvPr/>
        </p:nvSpPr>
        <p:spPr>
          <a:xfrm>
            <a:off x="2097064" y="578474"/>
            <a:ext cx="14189121" cy="5360616"/>
          </a:xfrm>
          <a:custGeom>
            <a:rect b="b" l="l" r="r" t="t"/>
            <a:pathLst>
              <a:path extrusionOk="0" h="5360616" w="14189121">
                <a:moveTo>
                  <a:pt x="0" y="0"/>
                </a:moveTo>
                <a:lnTo>
                  <a:pt x="14189122" y="0"/>
                </a:lnTo>
                <a:lnTo>
                  <a:pt x="14189122" y="5360616"/>
                </a:lnTo>
                <a:lnTo>
                  <a:pt x="0" y="53606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76348" l="0" r="0" t="0"/>
            </a:stretch>
          </a:blipFill>
          <a:ln>
            <a:noFill/>
          </a:ln>
        </p:spPr>
      </p:sp>
      <p:sp>
        <p:nvSpPr>
          <p:cNvPr id="88" name="Google Shape;88;p13"/>
          <p:cNvSpPr/>
          <p:nvPr/>
        </p:nvSpPr>
        <p:spPr>
          <a:xfrm>
            <a:off x="11794066" y="8286462"/>
            <a:ext cx="3373849" cy="1551861"/>
          </a:xfrm>
          <a:custGeom>
            <a:rect b="b" l="l" r="r" t="t"/>
            <a:pathLst>
              <a:path extrusionOk="0" h="1551861" w="3373849">
                <a:moveTo>
                  <a:pt x="0" y="0"/>
                </a:moveTo>
                <a:lnTo>
                  <a:pt x="3373850" y="0"/>
                </a:lnTo>
                <a:lnTo>
                  <a:pt x="3373850" y="1551861"/>
                </a:lnTo>
                <a:lnTo>
                  <a:pt x="0" y="15518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28123" r="-24557" t="0"/>
            </a:stretch>
          </a:blipFill>
          <a:ln>
            <a:noFill/>
          </a:ln>
        </p:spPr>
      </p:sp>
      <p:sp>
        <p:nvSpPr>
          <p:cNvPr id="89" name="Google Shape;89;p13"/>
          <p:cNvSpPr/>
          <p:nvPr/>
        </p:nvSpPr>
        <p:spPr>
          <a:xfrm>
            <a:off x="7193938" y="8286462"/>
            <a:ext cx="3661940" cy="1583789"/>
          </a:xfrm>
          <a:custGeom>
            <a:rect b="b" l="l" r="r" t="t"/>
            <a:pathLst>
              <a:path extrusionOk="0" h="1583789" w="3661940">
                <a:moveTo>
                  <a:pt x="0" y="0"/>
                </a:moveTo>
                <a:lnTo>
                  <a:pt x="3661940" y="0"/>
                </a:lnTo>
                <a:lnTo>
                  <a:pt x="3661940" y="1583789"/>
                </a:lnTo>
                <a:lnTo>
                  <a:pt x="0" y="15837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3"/>
          <p:cNvSpPr/>
          <p:nvPr/>
        </p:nvSpPr>
        <p:spPr>
          <a:xfrm>
            <a:off x="3863502" y="8343141"/>
            <a:ext cx="2387625" cy="1527110"/>
          </a:xfrm>
          <a:custGeom>
            <a:rect b="b" l="l" r="r" t="t"/>
            <a:pathLst>
              <a:path extrusionOk="0" h="1527110" w="2387625">
                <a:moveTo>
                  <a:pt x="0" y="0"/>
                </a:moveTo>
                <a:lnTo>
                  <a:pt x="2387624" y="0"/>
                </a:lnTo>
                <a:lnTo>
                  <a:pt x="2387624" y="1527110"/>
                </a:lnTo>
                <a:lnTo>
                  <a:pt x="0" y="1527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14608615" y="840748"/>
            <a:ext cx="3259892" cy="1096139"/>
          </a:xfrm>
          <a:custGeom>
            <a:rect b="b" l="l" r="r" t="t"/>
            <a:pathLst>
              <a:path extrusionOk="0" h="1096139" w="3259892">
                <a:moveTo>
                  <a:pt x="0" y="0"/>
                </a:moveTo>
                <a:lnTo>
                  <a:pt x="3259891" y="0"/>
                </a:lnTo>
                <a:lnTo>
                  <a:pt x="3259891" y="1096139"/>
                </a:lnTo>
                <a:lnTo>
                  <a:pt x="0" y="10961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>
            <a:off x="6687464" y="540374"/>
            <a:ext cx="5093153" cy="2062033"/>
          </a:xfrm>
          <a:custGeom>
            <a:rect b="b" l="l" r="r" t="t"/>
            <a:pathLst>
              <a:path extrusionOk="0" h="2062033" w="5093153">
                <a:moveTo>
                  <a:pt x="0" y="0"/>
                </a:moveTo>
                <a:lnTo>
                  <a:pt x="5093152" y="0"/>
                </a:lnTo>
                <a:lnTo>
                  <a:pt x="5093152" y="2062032"/>
                </a:lnTo>
                <a:lnTo>
                  <a:pt x="0" y="20620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-7247" r="0" t="0"/>
            </a:stretch>
          </a:blipFill>
          <a:ln>
            <a:noFill/>
          </a:ln>
        </p:spPr>
      </p:sp>
      <p:sp>
        <p:nvSpPr>
          <p:cNvPr id="93" name="Google Shape;93;p13"/>
          <p:cNvSpPr txBox="1"/>
          <p:nvPr/>
        </p:nvSpPr>
        <p:spPr>
          <a:xfrm>
            <a:off x="862798" y="1344164"/>
            <a:ext cx="1533834" cy="597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46" u="none" cap="none" strike="noStrike">
                <a:solidFill>
                  <a:srgbClr val="D09D1A"/>
                </a:solidFill>
                <a:latin typeface="Cinzel"/>
                <a:ea typeface="Cinzel"/>
                <a:cs typeface="Cinzel"/>
                <a:sym typeface="Cinzel"/>
              </a:rPr>
              <a:t>LIGHTED</a:t>
            </a:r>
            <a:endParaRPr/>
          </a:p>
          <a:p>
            <a:pPr indent="0" lvl="0" marL="0" marR="0" rtl="0" algn="l">
              <a:lnSpc>
                <a:spcPct val="950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46" u="none" cap="none" strike="noStrike">
                <a:solidFill>
                  <a:srgbClr val="D09D1A"/>
                </a:solidFill>
                <a:latin typeface="Cinzel"/>
                <a:ea typeface="Cinzel"/>
                <a:cs typeface="Cinzel"/>
                <a:sym typeface="Cinzel"/>
              </a:rPr>
              <a:t>TO</a:t>
            </a:r>
            <a:endParaRPr/>
          </a:p>
          <a:p>
            <a:pPr indent="0" lvl="0" marL="0" marR="0" rtl="0" algn="l">
              <a:lnSpc>
                <a:spcPct val="950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46" u="none" cap="none" strike="noStrike">
                <a:solidFill>
                  <a:srgbClr val="D09D1A"/>
                </a:solidFill>
                <a:latin typeface="Cinzel"/>
                <a:ea typeface="Cinzel"/>
                <a:cs typeface="Cinzel"/>
                <a:sym typeface="Cinzel"/>
              </a:rPr>
              <a:t>ENLIGHTEN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1978570" y="1110072"/>
            <a:ext cx="1516410" cy="1063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85" u="none" cap="none" strike="noStrike">
                <a:solidFill>
                  <a:srgbClr val="D09D1A"/>
                </a:solidFill>
                <a:latin typeface="Cinzel"/>
                <a:ea typeface="Cinzel"/>
                <a:cs typeface="Cinzel"/>
                <a:sym typeface="Cinzel"/>
              </a:rPr>
              <a:t>46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2429547" y="2000664"/>
            <a:ext cx="671622" cy="213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46" u="none" cap="none" strike="noStrike">
                <a:solidFill>
                  <a:srgbClr val="D09D1A"/>
                </a:solidFill>
                <a:latin typeface="Cinzel"/>
                <a:ea typeface="Cinzel"/>
                <a:cs typeface="Cinzel"/>
                <a:sym typeface="Cinzel"/>
              </a:rPr>
              <a:t>years</a:t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1717584" y="5637545"/>
            <a:ext cx="14948082" cy="1514717"/>
          </a:xfrm>
          <a:custGeom>
            <a:rect b="b" l="l" r="r" t="t"/>
            <a:pathLst>
              <a:path extrusionOk="0" h="1514717" w="14948082">
                <a:moveTo>
                  <a:pt x="0" y="0"/>
                </a:moveTo>
                <a:lnTo>
                  <a:pt x="14948082" y="0"/>
                </a:lnTo>
                <a:lnTo>
                  <a:pt x="14948082" y="1514717"/>
                </a:lnTo>
                <a:lnTo>
                  <a:pt x="0" y="1514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180027" l="0" r="0" t="-377391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/>
          <p:nvPr/>
        </p:nvSpPr>
        <p:spPr>
          <a:xfrm>
            <a:off x="0" y="-19050"/>
            <a:ext cx="18468080" cy="10913540"/>
          </a:xfrm>
          <a:custGeom>
            <a:rect b="b" l="l" r="r" t="t"/>
            <a:pathLst>
              <a:path extrusionOk="0" h="10913540" w="18468080">
                <a:moveTo>
                  <a:pt x="0" y="0"/>
                </a:moveTo>
                <a:lnTo>
                  <a:pt x="18468080" y="0"/>
                </a:lnTo>
                <a:lnTo>
                  <a:pt x="18468080" y="10913540"/>
                </a:lnTo>
                <a:lnTo>
                  <a:pt x="0" y="109135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7154" l="0" r="0" t="-62064"/>
            </a:stretch>
          </a:blipFill>
          <a:ln>
            <a:noFill/>
          </a:ln>
        </p:spPr>
      </p:sp>
      <p:sp>
        <p:nvSpPr>
          <p:cNvPr id="102" name="Google Shape;102;p14"/>
          <p:cNvSpPr/>
          <p:nvPr/>
        </p:nvSpPr>
        <p:spPr>
          <a:xfrm>
            <a:off x="0" y="-148987"/>
            <a:ext cx="9981002" cy="10287000"/>
          </a:xfrm>
          <a:custGeom>
            <a:rect b="b" l="l" r="r" t="t"/>
            <a:pathLst>
              <a:path extrusionOk="0" h="10287000" w="9981002">
                <a:moveTo>
                  <a:pt x="0" y="0"/>
                </a:moveTo>
                <a:lnTo>
                  <a:pt x="9981002" y="0"/>
                </a:lnTo>
                <a:lnTo>
                  <a:pt x="998100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67000"/>
            </a:blip>
            <a:stretch>
              <a:fillRect b="-17441" l="-27390" r="0" t="-17441"/>
            </a:stretch>
          </a:blipFill>
          <a:ln>
            <a:noFill/>
          </a:ln>
        </p:spPr>
      </p:sp>
      <p:sp>
        <p:nvSpPr>
          <p:cNvPr id="103" name="Google Shape;103;p14"/>
          <p:cNvSpPr/>
          <p:nvPr/>
        </p:nvSpPr>
        <p:spPr>
          <a:xfrm flipH="1">
            <a:off x="7193938" y="-148987"/>
            <a:ext cx="11274142" cy="10894490"/>
          </a:xfrm>
          <a:custGeom>
            <a:rect b="b" l="l" r="r" t="t"/>
            <a:pathLst>
              <a:path extrusionOk="0" h="10894490" w="11274142">
                <a:moveTo>
                  <a:pt x="11274142" y="0"/>
                </a:moveTo>
                <a:lnTo>
                  <a:pt x="0" y="0"/>
                </a:lnTo>
                <a:lnTo>
                  <a:pt x="0" y="10894490"/>
                </a:lnTo>
                <a:lnTo>
                  <a:pt x="11274142" y="10894490"/>
                </a:lnTo>
                <a:lnTo>
                  <a:pt x="11274142" y="0"/>
                </a:lnTo>
                <a:close/>
              </a:path>
            </a:pathLst>
          </a:custGeom>
          <a:blipFill rotWithShape="1">
            <a:blip r:embed="rId5">
              <a:alphaModFix amt="67000"/>
            </a:blip>
            <a:stretch>
              <a:fillRect b="-23415" l="-30023" r="0" t="-23416"/>
            </a:stretch>
          </a:blipFill>
          <a:ln>
            <a:noFill/>
          </a:ln>
        </p:spPr>
      </p:sp>
      <p:sp>
        <p:nvSpPr>
          <p:cNvPr id="104" name="Google Shape;104;p14"/>
          <p:cNvSpPr/>
          <p:nvPr/>
        </p:nvSpPr>
        <p:spPr>
          <a:xfrm>
            <a:off x="514350" y="409872"/>
            <a:ext cx="17259300" cy="9467255"/>
          </a:xfrm>
          <a:custGeom>
            <a:rect b="b" l="l" r="r" t="t"/>
            <a:pathLst>
              <a:path extrusionOk="0" h="9467255" w="17259300">
                <a:moveTo>
                  <a:pt x="0" y="0"/>
                </a:moveTo>
                <a:lnTo>
                  <a:pt x="17259300" y="0"/>
                </a:lnTo>
                <a:lnTo>
                  <a:pt x="17259300" y="9467255"/>
                </a:lnTo>
                <a:lnTo>
                  <a:pt x="0" y="94672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2" l="0" r="0" t="-2"/>
            </a:stretch>
          </a:blipFill>
          <a:ln>
            <a:noFill/>
          </a:ln>
        </p:spPr>
      </p:sp>
      <p:sp>
        <p:nvSpPr>
          <p:cNvPr id="105" name="Google Shape;105;p14"/>
          <p:cNvSpPr txBox="1"/>
          <p:nvPr/>
        </p:nvSpPr>
        <p:spPr>
          <a:xfrm>
            <a:off x="1913825" y="4011700"/>
            <a:ext cx="15597300" cy="13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45">
                <a:solidFill>
                  <a:srgbClr val="2E006A"/>
                </a:solidFill>
              </a:rPr>
              <a:t>  </a:t>
            </a:r>
            <a:r>
              <a:rPr b="1" i="0" lang="en-US" sz="3645" u="none" cap="none" strike="noStrike">
                <a:solidFill>
                  <a:srgbClr val="2E006A"/>
                </a:solidFill>
                <a:latin typeface="Arial"/>
                <a:ea typeface="Arial"/>
                <a:cs typeface="Arial"/>
                <a:sym typeface="Arial"/>
              </a:rPr>
              <a:t>Problem Statement Title  -  Centralised Digital Platform for </a:t>
            </a:r>
            <a:endParaRPr b="1" sz="3645">
              <a:solidFill>
                <a:srgbClr val="2E006A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45">
                <a:solidFill>
                  <a:srgbClr val="2E006A"/>
                </a:solidFill>
              </a:rPr>
              <a:t>												      Comprehensive Student Activity in HEIs</a:t>
            </a:r>
            <a:endParaRPr b="1" sz="3645">
              <a:solidFill>
                <a:srgbClr val="2E006A"/>
              </a:solidFill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635277" y="5350450"/>
            <a:ext cx="18468000" cy="5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3716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45">
                <a:solidFill>
                  <a:srgbClr val="2E006A"/>
                </a:solidFill>
              </a:rPr>
              <a:t> </a:t>
            </a:r>
            <a:r>
              <a:rPr b="1" i="0" lang="en-US" sz="3645" u="none" cap="none" strike="noStrike">
                <a:solidFill>
                  <a:srgbClr val="2E006A"/>
                </a:solidFill>
                <a:latin typeface="Arial"/>
                <a:ea typeface="Arial"/>
                <a:cs typeface="Arial"/>
                <a:sym typeface="Arial"/>
              </a:rPr>
              <a:t>Team Name              -		DevEon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60819" y="6714100"/>
            <a:ext cx="16062000" cy="5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45">
                <a:solidFill>
                  <a:srgbClr val="2E006A"/>
                </a:solidFill>
              </a:rPr>
              <a:t>          </a:t>
            </a:r>
            <a:r>
              <a:rPr b="1" i="0" lang="en-US" sz="3645" u="none" cap="none" strike="noStrike">
                <a:solidFill>
                  <a:srgbClr val="2E006A"/>
                </a:solidFill>
                <a:latin typeface="Arial"/>
                <a:ea typeface="Arial"/>
                <a:cs typeface="Arial"/>
                <a:sym typeface="Arial"/>
              </a:rPr>
              <a:t>Team Lead             </a:t>
            </a:r>
            <a:r>
              <a:rPr b="1" lang="en-US" sz="3645">
                <a:solidFill>
                  <a:srgbClr val="2E006A"/>
                </a:solidFill>
              </a:rPr>
              <a:t>  </a:t>
            </a:r>
            <a:r>
              <a:rPr b="1" i="0" lang="en-US" sz="3645" u="none" cap="none" strike="noStrike">
                <a:solidFill>
                  <a:srgbClr val="2E006A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lang="en-US" sz="3645">
                <a:solidFill>
                  <a:srgbClr val="2E006A"/>
                </a:solidFill>
              </a:rPr>
              <a:t>       Mir Reza Ali Khan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60818" y="8034000"/>
            <a:ext cx="18023100" cy="13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45">
                <a:solidFill>
                  <a:srgbClr val="2E006A"/>
                </a:solidFill>
              </a:rPr>
              <a:t>          </a:t>
            </a:r>
            <a:r>
              <a:rPr b="1" i="0" lang="en-US" sz="3645" u="none" cap="none" strike="noStrike">
                <a:solidFill>
                  <a:srgbClr val="2E006A"/>
                </a:solidFill>
                <a:latin typeface="Arial"/>
                <a:ea typeface="Arial"/>
                <a:cs typeface="Arial"/>
                <a:sym typeface="Arial"/>
              </a:rPr>
              <a:t>Institute Name       </a:t>
            </a:r>
            <a:r>
              <a:rPr b="1" lang="en-US" sz="3645">
                <a:solidFill>
                  <a:srgbClr val="2E006A"/>
                </a:solidFill>
              </a:rPr>
              <a:t> </a:t>
            </a:r>
            <a:r>
              <a:rPr b="1" i="0" lang="en-US" sz="3645" u="none" cap="none" strike="noStrike">
                <a:solidFill>
                  <a:srgbClr val="2E006A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lang="en-US" sz="3645">
                <a:solidFill>
                  <a:srgbClr val="2E006A"/>
                </a:solidFill>
              </a:rPr>
              <a:t>        Muffakham Jah College of Engineering and </a:t>
            </a:r>
            <a:endParaRPr b="1" sz="3645">
              <a:solidFill>
                <a:srgbClr val="2E006A"/>
              </a:solidFill>
            </a:endParaRPr>
          </a:p>
          <a:p>
            <a:pPr indent="0" lvl="0" marL="64008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45">
                <a:solidFill>
                  <a:srgbClr val="2E006A"/>
                </a:solidFill>
              </a:rPr>
              <a:t>  Technology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271410" y="2689875"/>
            <a:ext cx="14688600" cy="5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45">
                <a:solidFill>
                  <a:srgbClr val="2E006A"/>
                </a:solidFill>
              </a:rPr>
              <a:t>       </a:t>
            </a:r>
            <a:r>
              <a:rPr b="1" i="0" lang="en-US" sz="3645" u="none" cap="none" strike="noStrike">
                <a:solidFill>
                  <a:srgbClr val="2E006A"/>
                </a:solidFill>
                <a:latin typeface="Arial"/>
                <a:ea typeface="Arial"/>
                <a:cs typeface="Arial"/>
                <a:sym typeface="Arial"/>
              </a:rPr>
              <a:t>Selected Track        -</a:t>
            </a:r>
            <a:r>
              <a:rPr b="1" lang="en-US" sz="3645">
                <a:solidFill>
                  <a:srgbClr val="2E006A"/>
                </a:solidFill>
              </a:rPr>
              <a:t>      Smart Education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927092" y="2518540"/>
            <a:ext cx="989321" cy="989321"/>
          </a:xfrm>
          <a:custGeom>
            <a:rect b="b" l="l" r="r" t="t"/>
            <a:pathLst>
              <a:path extrusionOk="0" h="989321" w="989321">
                <a:moveTo>
                  <a:pt x="0" y="0"/>
                </a:moveTo>
                <a:lnTo>
                  <a:pt x="989321" y="0"/>
                </a:lnTo>
                <a:lnTo>
                  <a:pt x="989321" y="989321"/>
                </a:lnTo>
                <a:lnTo>
                  <a:pt x="0" y="989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14"/>
          <p:cNvSpPr/>
          <p:nvPr/>
        </p:nvSpPr>
        <p:spPr>
          <a:xfrm>
            <a:off x="1028700" y="2620148"/>
            <a:ext cx="786098" cy="786098"/>
          </a:xfrm>
          <a:custGeom>
            <a:rect b="b" l="l" r="r" t="t"/>
            <a:pathLst>
              <a:path extrusionOk="0" h="1048131" w="1048131">
                <a:moveTo>
                  <a:pt x="524129" y="0"/>
                </a:moveTo>
                <a:cubicBezTo>
                  <a:pt x="234696" y="0"/>
                  <a:pt x="0" y="234696"/>
                  <a:pt x="0" y="524129"/>
                </a:cubicBezTo>
                <a:cubicBezTo>
                  <a:pt x="0" y="813562"/>
                  <a:pt x="234696" y="1048131"/>
                  <a:pt x="524129" y="1048131"/>
                </a:cubicBezTo>
                <a:cubicBezTo>
                  <a:pt x="813562" y="1048131"/>
                  <a:pt x="1048131" y="813562"/>
                  <a:pt x="1048131" y="524129"/>
                </a:cubicBezTo>
                <a:cubicBezTo>
                  <a:pt x="1048131" y="234696"/>
                  <a:pt x="813562" y="0"/>
                  <a:pt x="524129" y="0"/>
                </a:cubicBezTo>
                <a:close/>
              </a:path>
            </a:pathLst>
          </a:custGeom>
          <a:solidFill>
            <a:srgbClr val="F8F8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927092" y="3879336"/>
            <a:ext cx="989321" cy="989321"/>
          </a:xfrm>
          <a:custGeom>
            <a:rect b="b" l="l" r="r" t="t"/>
            <a:pathLst>
              <a:path extrusionOk="0" h="989321" w="989321">
                <a:moveTo>
                  <a:pt x="0" y="0"/>
                </a:moveTo>
                <a:lnTo>
                  <a:pt x="989321" y="0"/>
                </a:lnTo>
                <a:lnTo>
                  <a:pt x="989321" y="989321"/>
                </a:lnTo>
                <a:lnTo>
                  <a:pt x="0" y="989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p14"/>
          <p:cNvSpPr/>
          <p:nvPr/>
        </p:nvSpPr>
        <p:spPr>
          <a:xfrm>
            <a:off x="1028700" y="3980944"/>
            <a:ext cx="786098" cy="786098"/>
          </a:xfrm>
          <a:custGeom>
            <a:rect b="b" l="l" r="r" t="t"/>
            <a:pathLst>
              <a:path extrusionOk="0" h="1048131" w="1048131">
                <a:moveTo>
                  <a:pt x="524129" y="0"/>
                </a:moveTo>
                <a:cubicBezTo>
                  <a:pt x="234696" y="0"/>
                  <a:pt x="0" y="234696"/>
                  <a:pt x="0" y="524129"/>
                </a:cubicBezTo>
                <a:cubicBezTo>
                  <a:pt x="0" y="813562"/>
                  <a:pt x="234696" y="1048131"/>
                  <a:pt x="524129" y="1048131"/>
                </a:cubicBezTo>
                <a:cubicBezTo>
                  <a:pt x="813562" y="1048131"/>
                  <a:pt x="1048131" y="813562"/>
                  <a:pt x="1048131" y="524129"/>
                </a:cubicBezTo>
                <a:cubicBezTo>
                  <a:pt x="1048131" y="234696"/>
                  <a:pt x="813562" y="0"/>
                  <a:pt x="524129" y="0"/>
                </a:cubicBezTo>
                <a:close/>
              </a:path>
            </a:pathLst>
          </a:custGeom>
          <a:solidFill>
            <a:srgbClr val="F8F8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927092" y="5196650"/>
            <a:ext cx="989321" cy="989321"/>
          </a:xfrm>
          <a:custGeom>
            <a:rect b="b" l="l" r="r" t="t"/>
            <a:pathLst>
              <a:path extrusionOk="0" h="989321" w="989321">
                <a:moveTo>
                  <a:pt x="0" y="0"/>
                </a:moveTo>
                <a:lnTo>
                  <a:pt x="989321" y="0"/>
                </a:lnTo>
                <a:lnTo>
                  <a:pt x="989321" y="989321"/>
                </a:lnTo>
                <a:lnTo>
                  <a:pt x="0" y="989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14"/>
          <p:cNvSpPr/>
          <p:nvPr/>
        </p:nvSpPr>
        <p:spPr>
          <a:xfrm>
            <a:off x="1028700" y="5298258"/>
            <a:ext cx="786098" cy="786098"/>
          </a:xfrm>
          <a:custGeom>
            <a:rect b="b" l="l" r="r" t="t"/>
            <a:pathLst>
              <a:path extrusionOk="0" h="1048131" w="1048131">
                <a:moveTo>
                  <a:pt x="524129" y="0"/>
                </a:moveTo>
                <a:cubicBezTo>
                  <a:pt x="234696" y="0"/>
                  <a:pt x="0" y="234696"/>
                  <a:pt x="0" y="524129"/>
                </a:cubicBezTo>
                <a:cubicBezTo>
                  <a:pt x="0" y="813562"/>
                  <a:pt x="234696" y="1048131"/>
                  <a:pt x="524129" y="1048131"/>
                </a:cubicBezTo>
                <a:cubicBezTo>
                  <a:pt x="813562" y="1048131"/>
                  <a:pt x="1048131" y="813562"/>
                  <a:pt x="1048131" y="524129"/>
                </a:cubicBezTo>
                <a:cubicBezTo>
                  <a:pt x="1048131" y="234696"/>
                  <a:pt x="813562" y="0"/>
                  <a:pt x="524129" y="0"/>
                </a:cubicBezTo>
                <a:close/>
              </a:path>
            </a:pathLst>
          </a:custGeom>
          <a:solidFill>
            <a:srgbClr val="F8F8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4"/>
          <p:cNvSpPr/>
          <p:nvPr/>
        </p:nvSpPr>
        <p:spPr>
          <a:xfrm>
            <a:off x="927092" y="6557446"/>
            <a:ext cx="989321" cy="989321"/>
          </a:xfrm>
          <a:custGeom>
            <a:rect b="b" l="l" r="r" t="t"/>
            <a:pathLst>
              <a:path extrusionOk="0" h="989321" w="989321">
                <a:moveTo>
                  <a:pt x="0" y="0"/>
                </a:moveTo>
                <a:lnTo>
                  <a:pt x="989321" y="0"/>
                </a:lnTo>
                <a:lnTo>
                  <a:pt x="989321" y="989321"/>
                </a:lnTo>
                <a:lnTo>
                  <a:pt x="0" y="989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14"/>
          <p:cNvSpPr/>
          <p:nvPr/>
        </p:nvSpPr>
        <p:spPr>
          <a:xfrm>
            <a:off x="1028700" y="6659054"/>
            <a:ext cx="786098" cy="786098"/>
          </a:xfrm>
          <a:custGeom>
            <a:rect b="b" l="l" r="r" t="t"/>
            <a:pathLst>
              <a:path extrusionOk="0" h="1048131" w="1048131">
                <a:moveTo>
                  <a:pt x="524129" y="0"/>
                </a:moveTo>
                <a:cubicBezTo>
                  <a:pt x="234696" y="0"/>
                  <a:pt x="0" y="234696"/>
                  <a:pt x="0" y="524129"/>
                </a:cubicBezTo>
                <a:cubicBezTo>
                  <a:pt x="0" y="813562"/>
                  <a:pt x="234696" y="1048131"/>
                  <a:pt x="524129" y="1048131"/>
                </a:cubicBezTo>
                <a:cubicBezTo>
                  <a:pt x="813562" y="1048131"/>
                  <a:pt x="1048131" y="813562"/>
                  <a:pt x="1048131" y="524129"/>
                </a:cubicBezTo>
                <a:cubicBezTo>
                  <a:pt x="1048131" y="234696"/>
                  <a:pt x="813562" y="0"/>
                  <a:pt x="524129" y="0"/>
                </a:cubicBezTo>
                <a:close/>
              </a:path>
            </a:pathLst>
          </a:custGeom>
          <a:solidFill>
            <a:srgbClr val="F8F8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927092" y="7885350"/>
            <a:ext cx="989321" cy="989321"/>
          </a:xfrm>
          <a:custGeom>
            <a:rect b="b" l="l" r="r" t="t"/>
            <a:pathLst>
              <a:path extrusionOk="0" h="989321" w="989321">
                <a:moveTo>
                  <a:pt x="0" y="0"/>
                </a:moveTo>
                <a:lnTo>
                  <a:pt x="989321" y="0"/>
                </a:lnTo>
                <a:lnTo>
                  <a:pt x="989321" y="989321"/>
                </a:lnTo>
                <a:lnTo>
                  <a:pt x="0" y="989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p14"/>
          <p:cNvSpPr/>
          <p:nvPr/>
        </p:nvSpPr>
        <p:spPr>
          <a:xfrm>
            <a:off x="1028700" y="7986957"/>
            <a:ext cx="786098" cy="786098"/>
          </a:xfrm>
          <a:custGeom>
            <a:rect b="b" l="l" r="r" t="t"/>
            <a:pathLst>
              <a:path extrusionOk="0" h="1048131" w="1048131">
                <a:moveTo>
                  <a:pt x="524129" y="0"/>
                </a:moveTo>
                <a:cubicBezTo>
                  <a:pt x="234696" y="0"/>
                  <a:pt x="0" y="234696"/>
                  <a:pt x="0" y="524129"/>
                </a:cubicBezTo>
                <a:cubicBezTo>
                  <a:pt x="0" y="813562"/>
                  <a:pt x="234696" y="1048131"/>
                  <a:pt x="524129" y="1048131"/>
                </a:cubicBezTo>
                <a:cubicBezTo>
                  <a:pt x="813562" y="1048131"/>
                  <a:pt x="1048131" y="813562"/>
                  <a:pt x="1048131" y="524129"/>
                </a:cubicBezTo>
                <a:cubicBezTo>
                  <a:pt x="1048131" y="234696"/>
                  <a:pt x="813562" y="0"/>
                  <a:pt x="524129" y="0"/>
                </a:cubicBezTo>
                <a:close/>
              </a:path>
            </a:pathLst>
          </a:custGeom>
          <a:solidFill>
            <a:srgbClr val="F8F8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1028700" y="1000125"/>
            <a:ext cx="14401164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00" u="none" cap="none" strike="noStrike">
                <a:solidFill>
                  <a:srgbClr val="2E006A"/>
                </a:solidFill>
                <a:latin typeface="Ultra"/>
                <a:ea typeface="Ultra"/>
                <a:cs typeface="Ultra"/>
                <a:sym typeface="Ultra"/>
              </a:rPr>
              <a:t>TEAM DETAILS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1153197" y="2608444"/>
            <a:ext cx="537111" cy="6463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98" u="none" cap="none" strike="noStrike">
                <a:solidFill>
                  <a:srgbClr val="2E006A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1153197" y="3950191"/>
            <a:ext cx="537111" cy="646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98" u="none" cap="none" strike="noStrike">
                <a:solidFill>
                  <a:srgbClr val="2E006A"/>
                </a:solidFill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1153197" y="5268707"/>
            <a:ext cx="537111" cy="646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98" u="none" cap="none" strike="noStrike">
                <a:solidFill>
                  <a:srgbClr val="2E006A"/>
                </a:solidFill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1153197" y="6643171"/>
            <a:ext cx="537111" cy="646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98" u="none" cap="none" strike="noStrike">
                <a:solidFill>
                  <a:srgbClr val="2E006A"/>
                </a:solidFill>
                <a:latin typeface="IBM Plex Sans"/>
                <a:ea typeface="IBM Plex Sans"/>
                <a:cs typeface="IBM Plex Sans"/>
                <a:sym typeface="IBM Plex Sans"/>
              </a:rPr>
              <a:t>4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1153197" y="7956342"/>
            <a:ext cx="537111" cy="646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98" u="none" cap="none" strike="noStrike">
                <a:solidFill>
                  <a:srgbClr val="2E006A"/>
                </a:solidFill>
                <a:latin typeface="IBM Plex Sans"/>
                <a:ea typeface="IBM Plex Sans"/>
                <a:cs typeface="IBM Plex Sans"/>
                <a:sym typeface="IBM Plex Sans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60549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-19050"/>
            <a:ext cx="18468080" cy="10913540"/>
          </a:xfrm>
          <a:custGeom>
            <a:rect b="b" l="l" r="r" t="t"/>
            <a:pathLst>
              <a:path extrusionOk="0" h="10913540" w="18468080">
                <a:moveTo>
                  <a:pt x="0" y="0"/>
                </a:moveTo>
                <a:lnTo>
                  <a:pt x="18468080" y="0"/>
                </a:lnTo>
                <a:lnTo>
                  <a:pt x="18468080" y="10913540"/>
                </a:lnTo>
                <a:lnTo>
                  <a:pt x="0" y="109135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7159" l="0" r="0" t="-62059"/>
            </a:stretch>
          </a:blipFill>
          <a:ln>
            <a:noFill/>
          </a:ln>
        </p:spPr>
      </p:sp>
      <p:sp>
        <p:nvSpPr>
          <p:cNvPr id="131" name="Google Shape;131;p15"/>
          <p:cNvSpPr/>
          <p:nvPr/>
        </p:nvSpPr>
        <p:spPr>
          <a:xfrm>
            <a:off x="0" y="-148987"/>
            <a:ext cx="9981002" cy="10287000"/>
          </a:xfrm>
          <a:custGeom>
            <a:rect b="b" l="l" r="r" t="t"/>
            <a:pathLst>
              <a:path extrusionOk="0" h="10287000" w="9981002">
                <a:moveTo>
                  <a:pt x="0" y="0"/>
                </a:moveTo>
                <a:lnTo>
                  <a:pt x="9981002" y="0"/>
                </a:lnTo>
                <a:lnTo>
                  <a:pt x="998100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67000"/>
            </a:blip>
            <a:stretch>
              <a:fillRect b="-17439" l="-27388" r="0" t="-17439"/>
            </a:stretch>
          </a:blipFill>
          <a:ln>
            <a:noFill/>
          </a:ln>
        </p:spPr>
      </p:sp>
      <p:sp>
        <p:nvSpPr>
          <p:cNvPr id="132" name="Google Shape;132;p15"/>
          <p:cNvSpPr/>
          <p:nvPr/>
        </p:nvSpPr>
        <p:spPr>
          <a:xfrm flipH="1">
            <a:off x="7193938" y="-148987"/>
            <a:ext cx="11274142" cy="10894490"/>
          </a:xfrm>
          <a:custGeom>
            <a:rect b="b" l="l" r="r" t="t"/>
            <a:pathLst>
              <a:path extrusionOk="0" h="10894490" w="11274142">
                <a:moveTo>
                  <a:pt x="11274142" y="0"/>
                </a:moveTo>
                <a:lnTo>
                  <a:pt x="0" y="0"/>
                </a:lnTo>
                <a:lnTo>
                  <a:pt x="0" y="10894490"/>
                </a:lnTo>
                <a:lnTo>
                  <a:pt x="11274142" y="10894490"/>
                </a:lnTo>
                <a:lnTo>
                  <a:pt x="11274142" y="0"/>
                </a:lnTo>
                <a:close/>
              </a:path>
            </a:pathLst>
          </a:custGeom>
          <a:blipFill rotWithShape="1">
            <a:blip r:embed="rId5">
              <a:alphaModFix amt="67000"/>
            </a:blip>
            <a:stretch>
              <a:fillRect b="-23408" l="-30018" r="0" t="-23419"/>
            </a:stretch>
          </a:blipFill>
          <a:ln>
            <a:noFill/>
          </a:ln>
        </p:spPr>
      </p:sp>
      <p:sp>
        <p:nvSpPr>
          <p:cNvPr id="133" name="Google Shape;133;p15"/>
          <p:cNvSpPr/>
          <p:nvPr/>
        </p:nvSpPr>
        <p:spPr>
          <a:xfrm>
            <a:off x="514350" y="319460"/>
            <a:ext cx="17259300" cy="9467255"/>
          </a:xfrm>
          <a:custGeom>
            <a:rect b="b" l="l" r="r" t="t"/>
            <a:pathLst>
              <a:path extrusionOk="0" h="9467255" w="17259300">
                <a:moveTo>
                  <a:pt x="0" y="0"/>
                </a:moveTo>
                <a:lnTo>
                  <a:pt x="17259300" y="0"/>
                </a:lnTo>
                <a:lnTo>
                  <a:pt x="17259300" y="9467255"/>
                </a:lnTo>
                <a:lnTo>
                  <a:pt x="0" y="94672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34" name="Google Shape;134;p15" title="final (4)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5000" y="614880"/>
            <a:ext cx="16101773" cy="90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/>
          <p:nvPr/>
        </p:nvSpPr>
        <p:spPr>
          <a:xfrm>
            <a:off x="2947549" y="319450"/>
            <a:ext cx="11521500" cy="10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151"/>
              </a:buClr>
              <a:buSzPts val="6500"/>
              <a:buFont typeface="Times New Roman"/>
              <a:buNone/>
            </a:pPr>
            <a:r>
              <a:rPr b="1" lang="en-US" sz="5400">
                <a:solidFill>
                  <a:srgbClr val="3F3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Campus Link</a:t>
            </a:r>
            <a:endParaRPr sz="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60549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"/>
          <p:cNvSpPr/>
          <p:nvPr/>
        </p:nvSpPr>
        <p:spPr>
          <a:xfrm>
            <a:off x="0" y="-19050"/>
            <a:ext cx="18468080" cy="10913540"/>
          </a:xfrm>
          <a:custGeom>
            <a:rect b="b" l="l" r="r" t="t"/>
            <a:pathLst>
              <a:path extrusionOk="0" h="10913540" w="18468080">
                <a:moveTo>
                  <a:pt x="0" y="0"/>
                </a:moveTo>
                <a:lnTo>
                  <a:pt x="18468080" y="0"/>
                </a:lnTo>
                <a:lnTo>
                  <a:pt x="18468080" y="10913540"/>
                </a:lnTo>
                <a:lnTo>
                  <a:pt x="0" y="109135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7159" l="0" r="0" t="-62059"/>
            </a:stretch>
          </a:blipFill>
          <a:ln>
            <a:noFill/>
          </a:ln>
        </p:spPr>
      </p:sp>
      <p:sp>
        <p:nvSpPr>
          <p:cNvPr id="141" name="Google Shape;141;p16"/>
          <p:cNvSpPr/>
          <p:nvPr/>
        </p:nvSpPr>
        <p:spPr>
          <a:xfrm>
            <a:off x="0" y="-148987"/>
            <a:ext cx="9981002" cy="10287000"/>
          </a:xfrm>
          <a:custGeom>
            <a:rect b="b" l="l" r="r" t="t"/>
            <a:pathLst>
              <a:path extrusionOk="0" h="10287000" w="9981002">
                <a:moveTo>
                  <a:pt x="0" y="0"/>
                </a:moveTo>
                <a:lnTo>
                  <a:pt x="9981002" y="0"/>
                </a:lnTo>
                <a:lnTo>
                  <a:pt x="998100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67000"/>
            </a:blip>
            <a:stretch>
              <a:fillRect b="-17439" l="-27388" r="0" t="-17439"/>
            </a:stretch>
          </a:blipFill>
          <a:ln>
            <a:noFill/>
          </a:ln>
        </p:spPr>
      </p:sp>
      <p:sp>
        <p:nvSpPr>
          <p:cNvPr id="142" name="Google Shape;142;p16"/>
          <p:cNvSpPr/>
          <p:nvPr/>
        </p:nvSpPr>
        <p:spPr>
          <a:xfrm flipH="1">
            <a:off x="7193938" y="-148987"/>
            <a:ext cx="11274142" cy="10894490"/>
          </a:xfrm>
          <a:custGeom>
            <a:rect b="b" l="l" r="r" t="t"/>
            <a:pathLst>
              <a:path extrusionOk="0" h="10894490" w="11274142">
                <a:moveTo>
                  <a:pt x="11274142" y="0"/>
                </a:moveTo>
                <a:lnTo>
                  <a:pt x="0" y="0"/>
                </a:lnTo>
                <a:lnTo>
                  <a:pt x="0" y="10894490"/>
                </a:lnTo>
                <a:lnTo>
                  <a:pt x="11274142" y="10894490"/>
                </a:lnTo>
                <a:lnTo>
                  <a:pt x="11274142" y="0"/>
                </a:lnTo>
                <a:close/>
              </a:path>
            </a:pathLst>
          </a:custGeom>
          <a:blipFill rotWithShape="1">
            <a:blip r:embed="rId5">
              <a:alphaModFix amt="67000"/>
            </a:blip>
            <a:stretch>
              <a:fillRect b="-23408" l="-30018" r="0" t="-23419"/>
            </a:stretch>
          </a:blipFill>
          <a:ln>
            <a:noFill/>
          </a:ln>
        </p:spPr>
      </p:sp>
      <p:sp>
        <p:nvSpPr>
          <p:cNvPr id="143" name="Google Shape;143;p16"/>
          <p:cNvSpPr/>
          <p:nvPr/>
        </p:nvSpPr>
        <p:spPr>
          <a:xfrm>
            <a:off x="514350" y="260899"/>
            <a:ext cx="17259300" cy="9467255"/>
          </a:xfrm>
          <a:custGeom>
            <a:rect b="b" l="l" r="r" t="t"/>
            <a:pathLst>
              <a:path extrusionOk="0" h="9467255" w="17259300">
                <a:moveTo>
                  <a:pt x="0" y="0"/>
                </a:moveTo>
                <a:lnTo>
                  <a:pt x="17259300" y="0"/>
                </a:lnTo>
                <a:lnTo>
                  <a:pt x="17259300" y="9467255"/>
                </a:lnTo>
                <a:lnTo>
                  <a:pt x="0" y="94672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44" name="Google Shape;144;p16" title="test (8).png"/>
          <p:cNvPicPr preferRelativeResize="0"/>
          <p:nvPr/>
        </p:nvPicPr>
        <p:blipFill rotWithShape="1">
          <a:blip r:embed="rId7">
            <a:alphaModFix/>
          </a:blip>
          <a:srcRect b="-4832" l="0" r="0" t="0"/>
          <a:stretch/>
        </p:blipFill>
        <p:spPr>
          <a:xfrm>
            <a:off x="1237850" y="1243625"/>
            <a:ext cx="15812299" cy="889439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2757027" y="260900"/>
            <a:ext cx="1295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151"/>
              </a:buClr>
              <a:buSzPts val="8000"/>
              <a:buFont typeface="Times New Roman"/>
              <a:buNone/>
            </a:pPr>
            <a:r>
              <a:rPr b="1" lang="en-US" sz="8000">
                <a:solidFill>
                  <a:srgbClr val="3F3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60549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/>
          <p:nvPr/>
        </p:nvSpPr>
        <p:spPr>
          <a:xfrm>
            <a:off x="0" y="-19050"/>
            <a:ext cx="18468080" cy="10913540"/>
          </a:xfrm>
          <a:custGeom>
            <a:rect b="b" l="l" r="r" t="t"/>
            <a:pathLst>
              <a:path extrusionOk="0" h="10913540" w="18468080">
                <a:moveTo>
                  <a:pt x="0" y="0"/>
                </a:moveTo>
                <a:lnTo>
                  <a:pt x="18468080" y="0"/>
                </a:lnTo>
                <a:lnTo>
                  <a:pt x="18468080" y="10913540"/>
                </a:lnTo>
                <a:lnTo>
                  <a:pt x="0" y="109135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7154" l="0" r="0" t="-62064"/>
            </a:stretch>
          </a:blipFill>
          <a:ln>
            <a:noFill/>
          </a:ln>
        </p:spPr>
      </p:sp>
      <p:sp>
        <p:nvSpPr>
          <p:cNvPr id="151" name="Google Shape;151;p17"/>
          <p:cNvSpPr/>
          <p:nvPr/>
        </p:nvSpPr>
        <p:spPr>
          <a:xfrm>
            <a:off x="0" y="-148987"/>
            <a:ext cx="9981002" cy="10287000"/>
          </a:xfrm>
          <a:custGeom>
            <a:rect b="b" l="l" r="r" t="t"/>
            <a:pathLst>
              <a:path extrusionOk="0" h="10287000" w="9981002">
                <a:moveTo>
                  <a:pt x="0" y="0"/>
                </a:moveTo>
                <a:lnTo>
                  <a:pt x="9981002" y="0"/>
                </a:lnTo>
                <a:lnTo>
                  <a:pt x="998100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67000"/>
            </a:blip>
            <a:stretch>
              <a:fillRect b="-17441" l="-27390" r="0" t="-17441"/>
            </a:stretch>
          </a:blipFill>
          <a:ln>
            <a:noFill/>
          </a:ln>
        </p:spPr>
      </p:sp>
      <p:sp>
        <p:nvSpPr>
          <p:cNvPr id="152" name="Google Shape;152;p17"/>
          <p:cNvSpPr/>
          <p:nvPr/>
        </p:nvSpPr>
        <p:spPr>
          <a:xfrm flipH="1">
            <a:off x="7193938" y="-148987"/>
            <a:ext cx="11274142" cy="10894490"/>
          </a:xfrm>
          <a:custGeom>
            <a:rect b="b" l="l" r="r" t="t"/>
            <a:pathLst>
              <a:path extrusionOk="0" h="10894490" w="11274142">
                <a:moveTo>
                  <a:pt x="11274142" y="0"/>
                </a:moveTo>
                <a:lnTo>
                  <a:pt x="0" y="0"/>
                </a:lnTo>
                <a:lnTo>
                  <a:pt x="0" y="10894490"/>
                </a:lnTo>
                <a:lnTo>
                  <a:pt x="11274142" y="10894490"/>
                </a:lnTo>
                <a:lnTo>
                  <a:pt x="11274142" y="0"/>
                </a:lnTo>
                <a:close/>
              </a:path>
            </a:pathLst>
          </a:custGeom>
          <a:blipFill rotWithShape="1">
            <a:blip r:embed="rId5">
              <a:alphaModFix amt="67000"/>
            </a:blip>
            <a:stretch>
              <a:fillRect b="-23415" l="-30023" r="0" t="-23416"/>
            </a:stretch>
          </a:blipFill>
          <a:ln>
            <a:noFill/>
          </a:ln>
        </p:spPr>
      </p:sp>
      <p:sp>
        <p:nvSpPr>
          <p:cNvPr id="153" name="Google Shape;153;p17"/>
          <p:cNvSpPr/>
          <p:nvPr/>
        </p:nvSpPr>
        <p:spPr>
          <a:xfrm>
            <a:off x="514350" y="319460"/>
            <a:ext cx="17259300" cy="9467255"/>
          </a:xfrm>
          <a:custGeom>
            <a:rect b="b" l="l" r="r" t="t"/>
            <a:pathLst>
              <a:path extrusionOk="0" h="9467255" w="17259300">
                <a:moveTo>
                  <a:pt x="0" y="0"/>
                </a:moveTo>
                <a:lnTo>
                  <a:pt x="17259300" y="0"/>
                </a:lnTo>
                <a:lnTo>
                  <a:pt x="17259300" y="9467255"/>
                </a:lnTo>
                <a:lnTo>
                  <a:pt x="0" y="94672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2" l="0" r="0" t="-2"/>
            </a:stretch>
          </a:blipFill>
          <a:ln>
            <a:noFill/>
          </a:ln>
        </p:spPr>
      </p:sp>
      <p:pic>
        <p:nvPicPr>
          <p:cNvPr id="154" name="Google Shape;154;p17" title="Your paragraph text.png"/>
          <p:cNvPicPr preferRelativeResize="0"/>
          <p:nvPr/>
        </p:nvPicPr>
        <p:blipFill rotWithShape="1">
          <a:blip r:embed="rId7">
            <a:alphaModFix/>
          </a:blip>
          <a:srcRect b="5338" l="0" r="0" t="0"/>
          <a:stretch/>
        </p:blipFill>
        <p:spPr>
          <a:xfrm>
            <a:off x="730250" y="1060950"/>
            <a:ext cx="16827499" cy="862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2947540" y="723900"/>
            <a:ext cx="1257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151"/>
              </a:buClr>
              <a:buSzPts val="6500"/>
              <a:buFont typeface="Times New Roman"/>
              <a:buNone/>
            </a:pPr>
            <a:r>
              <a:rPr b="1" lang="en-US" sz="6500">
                <a:solidFill>
                  <a:srgbClr val="3F3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60549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"/>
          <p:cNvSpPr/>
          <p:nvPr/>
        </p:nvSpPr>
        <p:spPr>
          <a:xfrm>
            <a:off x="0" y="-19050"/>
            <a:ext cx="18468080" cy="10913540"/>
          </a:xfrm>
          <a:custGeom>
            <a:rect b="b" l="l" r="r" t="t"/>
            <a:pathLst>
              <a:path extrusionOk="0" h="10913540" w="18468080">
                <a:moveTo>
                  <a:pt x="0" y="0"/>
                </a:moveTo>
                <a:lnTo>
                  <a:pt x="18468080" y="0"/>
                </a:lnTo>
                <a:lnTo>
                  <a:pt x="18468080" y="10913540"/>
                </a:lnTo>
                <a:lnTo>
                  <a:pt x="0" y="109135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7154" l="0" r="0" t="-62064"/>
            </a:stretch>
          </a:blipFill>
          <a:ln>
            <a:noFill/>
          </a:ln>
        </p:spPr>
      </p:sp>
      <p:sp>
        <p:nvSpPr>
          <p:cNvPr id="161" name="Google Shape;161;p18"/>
          <p:cNvSpPr/>
          <p:nvPr/>
        </p:nvSpPr>
        <p:spPr>
          <a:xfrm>
            <a:off x="0" y="-148987"/>
            <a:ext cx="9981002" cy="10287000"/>
          </a:xfrm>
          <a:custGeom>
            <a:rect b="b" l="l" r="r" t="t"/>
            <a:pathLst>
              <a:path extrusionOk="0" h="10287000" w="9981002">
                <a:moveTo>
                  <a:pt x="0" y="0"/>
                </a:moveTo>
                <a:lnTo>
                  <a:pt x="9981002" y="0"/>
                </a:lnTo>
                <a:lnTo>
                  <a:pt x="998100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67000"/>
            </a:blip>
            <a:stretch>
              <a:fillRect b="-17441" l="-27390" r="0" t="-17441"/>
            </a:stretch>
          </a:blipFill>
          <a:ln>
            <a:noFill/>
          </a:ln>
        </p:spPr>
      </p:sp>
      <p:sp>
        <p:nvSpPr>
          <p:cNvPr id="162" name="Google Shape;162;p18"/>
          <p:cNvSpPr/>
          <p:nvPr/>
        </p:nvSpPr>
        <p:spPr>
          <a:xfrm flipH="1">
            <a:off x="7193938" y="-148987"/>
            <a:ext cx="11274142" cy="10894490"/>
          </a:xfrm>
          <a:custGeom>
            <a:rect b="b" l="l" r="r" t="t"/>
            <a:pathLst>
              <a:path extrusionOk="0" h="10894490" w="11274142">
                <a:moveTo>
                  <a:pt x="11274142" y="0"/>
                </a:moveTo>
                <a:lnTo>
                  <a:pt x="0" y="0"/>
                </a:lnTo>
                <a:lnTo>
                  <a:pt x="0" y="10894490"/>
                </a:lnTo>
                <a:lnTo>
                  <a:pt x="11274142" y="10894490"/>
                </a:lnTo>
                <a:lnTo>
                  <a:pt x="11274142" y="0"/>
                </a:lnTo>
                <a:close/>
              </a:path>
            </a:pathLst>
          </a:custGeom>
          <a:blipFill rotWithShape="1">
            <a:blip r:embed="rId5">
              <a:alphaModFix amt="67000"/>
            </a:blip>
            <a:stretch>
              <a:fillRect b="-23415" l="-30023" r="0" t="-23416"/>
            </a:stretch>
          </a:blipFill>
          <a:ln>
            <a:noFill/>
          </a:ln>
        </p:spPr>
      </p:sp>
      <p:sp>
        <p:nvSpPr>
          <p:cNvPr id="163" name="Google Shape;163;p18"/>
          <p:cNvSpPr/>
          <p:nvPr/>
        </p:nvSpPr>
        <p:spPr>
          <a:xfrm>
            <a:off x="514350" y="319460"/>
            <a:ext cx="17259300" cy="9467255"/>
          </a:xfrm>
          <a:custGeom>
            <a:rect b="b" l="l" r="r" t="t"/>
            <a:pathLst>
              <a:path extrusionOk="0" h="9467255" w="17259300">
                <a:moveTo>
                  <a:pt x="0" y="0"/>
                </a:moveTo>
                <a:lnTo>
                  <a:pt x="17259300" y="0"/>
                </a:lnTo>
                <a:lnTo>
                  <a:pt x="17259300" y="9467255"/>
                </a:lnTo>
                <a:lnTo>
                  <a:pt x="0" y="94672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2" l="0" r="0" t="-2"/>
            </a:stretch>
          </a:blipFill>
          <a:ln>
            <a:noFill/>
          </a:ln>
        </p:spPr>
      </p:sp>
      <p:pic>
        <p:nvPicPr>
          <p:cNvPr id="164" name="Google Shape;164;p18" title="final (1).png"/>
          <p:cNvPicPr preferRelativeResize="0"/>
          <p:nvPr/>
        </p:nvPicPr>
        <p:blipFill rotWithShape="1">
          <a:blip r:embed="rId7">
            <a:alphaModFix/>
          </a:blip>
          <a:srcRect b="0" l="0" r="0" t="18943"/>
          <a:stretch/>
        </p:blipFill>
        <p:spPr>
          <a:xfrm>
            <a:off x="1121300" y="2403925"/>
            <a:ext cx="16100923" cy="7340949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3657600" y="7239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151"/>
              </a:buClr>
              <a:buSzPts val="6500"/>
              <a:buFont typeface="Times New Roman"/>
              <a:buNone/>
            </a:pPr>
            <a:r>
              <a:rPr b="1" lang="en-US" sz="6500">
                <a:solidFill>
                  <a:srgbClr val="3F3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1121300" y="2080775"/>
            <a:ext cx="16225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/>
          <p:nvPr/>
        </p:nvSpPr>
        <p:spPr>
          <a:xfrm>
            <a:off x="0" y="-19050"/>
            <a:ext cx="18468080" cy="10913540"/>
          </a:xfrm>
          <a:custGeom>
            <a:rect b="b" l="l" r="r" t="t"/>
            <a:pathLst>
              <a:path extrusionOk="0" h="10913540" w="18468080">
                <a:moveTo>
                  <a:pt x="0" y="0"/>
                </a:moveTo>
                <a:lnTo>
                  <a:pt x="18468080" y="0"/>
                </a:lnTo>
                <a:lnTo>
                  <a:pt x="18468080" y="10913540"/>
                </a:lnTo>
                <a:lnTo>
                  <a:pt x="0" y="109135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7154" l="0" r="0" t="-62064"/>
            </a:stretch>
          </a:blipFill>
          <a:ln>
            <a:noFill/>
          </a:ln>
        </p:spPr>
      </p:sp>
      <p:sp>
        <p:nvSpPr>
          <p:cNvPr id="172" name="Google Shape;172;p19"/>
          <p:cNvSpPr/>
          <p:nvPr/>
        </p:nvSpPr>
        <p:spPr>
          <a:xfrm>
            <a:off x="0" y="-148987"/>
            <a:ext cx="9981002" cy="10287000"/>
          </a:xfrm>
          <a:custGeom>
            <a:rect b="b" l="l" r="r" t="t"/>
            <a:pathLst>
              <a:path extrusionOk="0" h="10287000" w="9981002">
                <a:moveTo>
                  <a:pt x="0" y="0"/>
                </a:moveTo>
                <a:lnTo>
                  <a:pt x="9981002" y="0"/>
                </a:lnTo>
                <a:lnTo>
                  <a:pt x="998100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67000"/>
            </a:blip>
            <a:stretch>
              <a:fillRect b="-17441" l="-27390" r="0" t="-17441"/>
            </a:stretch>
          </a:blipFill>
          <a:ln>
            <a:noFill/>
          </a:ln>
        </p:spPr>
      </p:sp>
      <p:sp>
        <p:nvSpPr>
          <p:cNvPr id="173" name="Google Shape;173;p19"/>
          <p:cNvSpPr/>
          <p:nvPr/>
        </p:nvSpPr>
        <p:spPr>
          <a:xfrm flipH="1">
            <a:off x="7193938" y="-148987"/>
            <a:ext cx="11274142" cy="10894490"/>
          </a:xfrm>
          <a:custGeom>
            <a:rect b="b" l="l" r="r" t="t"/>
            <a:pathLst>
              <a:path extrusionOk="0" h="10894490" w="11274142">
                <a:moveTo>
                  <a:pt x="11274142" y="0"/>
                </a:moveTo>
                <a:lnTo>
                  <a:pt x="0" y="0"/>
                </a:lnTo>
                <a:lnTo>
                  <a:pt x="0" y="10894490"/>
                </a:lnTo>
                <a:lnTo>
                  <a:pt x="11274142" y="10894490"/>
                </a:lnTo>
                <a:lnTo>
                  <a:pt x="11274142" y="0"/>
                </a:lnTo>
                <a:close/>
              </a:path>
            </a:pathLst>
          </a:custGeom>
          <a:blipFill rotWithShape="1">
            <a:blip r:embed="rId5">
              <a:alphaModFix amt="67000"/>
            </a:blip>
            <a:stretch>
              <a:fillRect b="-23415" l="-30023" r="0" t="-23416"/>
            </a:stretch>
          </a:blipFill>
          <a:ln>
            <a:noFill/>
          </a:ln>
        </p:spPr>
      </p:sp>
      <p:sp>
        <p:nvSpPr>
          <p:cNvPr id="174" name="Google Shape;174;p19"/>
          <p:cNvSpPr/>
          <p:nvPr/>
        </p:nvSpPr>
        <p:spPr>
          <a:xfrm>
            <a:off x="514350" y="304949"/>
            <a:ext cx="17259300" cy="9467255"/>
          </a:xfrm>
          <a:custGeom>
            <a:rect b="b" l="l" r="r" t="t"/>
            <a:pathLst>
              <a:path extrusionOk="0" h="9467255" w="17259300">
                <a:moveTo>
                  <a:pt x="0" y="0"/>
                </a:moveTo>
                <a:lnTo>
                  <a:pt x="17259300" y="0"/>
                </a:lnTo>
                <a:lnTo>
                  <a:pt x="17259300" y="9467255"/>
                </a:lnTo>
                <a:lnTo>
                  <a:pt x="0" y="94672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2" l="0" r="0" t="-2"/>
            </a:stretch>
          </a:blipFill>
          <a:ln>
            <a:noFill/>
          </a:ln>
        </p:spPr>
      </p:sp>
      <p:sp>
        <p:nvSpPr>
          <p:cNvPr id="175" name="Google Shape;175;p19"/>
          <p:cNvSpPr txBox="1"/>
          <p:nvPr/>
        </p:nvSpPr>
        <p:spPr>
          <a:xfrm>
            <a:off x="2980061" y="657575"/>
            <a:ext cx="12318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999">
                <a:solidFill>
                  <a:srgbClr val="460549"/>
                </a:solidFill>
                <a:latin typeface="Ultra"/>
                <a:ea typeface="Ultra"/>
                <a:cs typeface="Ultra"/>
                <a:sym typeface="Ultra"/>
              </a:rPr>
              <a:t>Team Member’s Information</a:t>
            </a:r>
            <a:endParaRPr>
              <a:solidFill>
                <a:srgbClr val="460549"/>
              </a:solidFill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1028700" y="1516225"/>
            <a:ext cx="16221000" cy="30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99">
                <a:solidFill>
                  <a:srgbClr val="2E006A"/>
                </a:solidFill>
                <a:latin typeface="Arial"/>
                <a:ea typeface="Arial"/>
                <a:cs typeface="Arial"/>
                <a:sym typeface="Arial"/>
              </a:rPr>
              <a:t>Team Leader Name: </a:t>
            </a:r>
            <a:r>
              <a:rPr lang="en-US" sz="3099">
                <a:solidFill>
                  <a:srgbClr val="2E006A"/>
                </a:solidFill>
              </a:rPr>
              <a:t>Mir Reza Ali Khan</a:t>
            </a:r>
            <a:endParaRPr/>
          </a:p>
          <a:p>
            <a:pPr indent="0" lvl="0" marL="0" marR="0" rtl="0" algn="l">
              <a:lnSpc>
                <a:spcPct val="140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>
                <a:solidFill>
                  <a:srgbClr val="2E006A"/>
                </a:solidFill>
                <a:latin typeface="Arial"/>
                <a:ea typeface="Arial"/>
                <a:cs typeface="Arial"/>
                <a:sym typeface="Arial"/>
              </a:rPr>
              <a:t>Year:   2nd       Department: CSE         College Name: Muffakham Jah College of Engineering and Technology</a:t>
            </a:r>
            <a:endParaRPr/>
          </a:p>
          <a:p>
            <a:pPr indent="0" lvl="0" marL="0" marR="0" rtl="0" algn="l">
              <a:lnSpc>
                <a:spcPct val="1904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99">
              <a:solidFill>
                <a:srgbClr val="2E006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904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99">
              <a:solidFill>
                <a:srgbClr val="2E006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904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99">
              <a:solidFill>
                <a:srgbClr val="2E00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1028700" y="2865600"/>
            <a:ext cx="16221000" cy="30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99">
                <a:solidFill>
                  <a:srgbClr val="2E006A"/>
                </a:solidFill>
                <a:latin typeface="Arial"/>
                <a:ea typeface="Arial"/>
                <a:cs typeface="Arial"/>
                <a:sym typeface="Arial"/>
              </a:rPr>
              <a:t>Team Member 1 Name: </a:t>
            </a:r>
            <a:r>
              <a:rPr lang="en-US" sz="3099">
                <a:solidFill>
                  <a:srgbClr val="2E006A"/>
                </a:solidFill>
              </a:rPr>
              <a:t>Aaryan Khoja</a:t>
            </a:r>
            <a:endParaRPr/>
          </a:p>
          <a:p>
            <a:pPr indent="0" lvl="0" marL="0" marR="0" rtl="0" algn="l">
              <a:lnSpc>
                <a:spcPct val="140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>
                <a:solidFill>
                  <a:srgbClr val="2E006A"/>
                </a:solidFill>
                <a:latin typeface="Arial"/>
                <a:ea typeface="Arial"/>
                <a:cs typeface="Arial"/>
                <a:sym typeface="Arial"/>
              </a:rPr>
              <a:t>Year:   2nd       Department: CSE         College Name: </a:t>
            </a:r>
            <a:r>
              <a:rPr lang="en-US" sz="2499">
                <a:solidFill>
                  <a:srgbClr val="2E006A"/>
                </a:solidFill>
              </a:rPr>
              <a:t>Muffakham Jah College of Engineering and Technology</a:t>
            </a:r>
            <a:endParaRPr/>
          </a:p>
          <a:p>
            <a:pPr indent="0" lvl="0" marL="0" marR="0" rtl="0" algn="l">
              <a:lnSpc>
                <a:spcPct val="1904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99">
              <a:solidFill>
                <a:srgbClr val="2E006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904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99">
              <a:solidFill>
                <a:srgbClr val="2E006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904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99">
              <a:solidFill>
                <a:srgbClr val="2E00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1028700" y="4214975"/>
            <a:ext cx="16221000" cy="30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99">
                <a:solidFill>
                  <a:srgbClr val="2E006A"/>
                </a:solidFill>
                <a:latin typeface="Arial"/>
                <a:ea typeface="Arial"/>
                <a:cs typeface="Arial"/>
                <a:sym typeface="Arial"/>
              </a:rPr>
              <a:t>Team Member 2 Name: </a:t>
            </a:r>
            <a:r>
              <a:rPr lang="en-US" sz="3099">
                <a:solidFill>
                  <a:srgbClr val="2E006A"/>
                </a:solidFill>
                <a:latin typeface="Arial"/>
                <a:ea typeface="Arial"/>
                <a:cs typeface="Arial"/>
                <a:sym typeface="Arial"/>
              </a:rPr>
              <a:t>Mohammed Saad</a:t>
            </a:r>
            <a:endParaRPr/>
          </a:p>
          <a:p>
            <a:pPr indent="0" lvl="0" marL="0" marR="0" rtl="0" algn="l">
              <a:lnSpc>
                <a:spcPct val="140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>
                <a:solidFill>
                  <a:srgbClr val="2E006A"/>
                </a:solidFill>
                <a:latin typeface="Arial"/>
                <a:ea typeface="Arial"/>
                <a:cs typeface="Arial"/>
                <a:sym typeface="Arial"/>
              </a:rPr>
              <a:t>Year:   2nd       Department: CSE         College Name</a:t>
            </a:r>
            <a:r>
              <a:rPr lang="en-US" sz="2499">
                <a:solidFill>
                  <a:srgbClr val="2E006A"/>
                </a:solidFill>
              </a:rPr>
              <a:t>:</a:t>
            </a:r>
            <a:r>
              <a:rPr lang="en-US" sz="2499">
                <a:solidFill>
                  <a:srgbClr val="2E006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99">
                <a:solidFill>
                  <a:srgbClr val="2E006A"/>
                </a:solidFill>
              </a:rPr>
              <a:t>Muffakham Jah College of Engineering and Technology</a:t>
            </a:r>
            <a:endParaRPr/>
          </a:p>
          <a:p>
            <a:pPr indent="0" lvl="0" marL="0" marR="0" rtl="0" algn="l">
              <a:lnSpc>
                <a:spcPct val="1904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99">
              <a:solidFill>
                <a:srgbClr val="2E006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904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99">
              <a:solidFill>
                <a:srgbClr val="2E006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904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99">
              <a:solidFill>
                <a:srgbClr val="2E00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1028700" y="5564350"/>
            <a:ext cx="16221000" cy="30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99">
                <a:solidFill>
                  <a:srgbClr val="2E006A"/>
                </a:solidFill>
                <a:latin typeface="Arial"/>
                <a:ea typeface="Arial"/>
                <a:cs typeface="Arial"/>
                <a:sym typeface="Arial"/>
              </a:rPr>
              <a:t>Team Member 3 Name: </a:t>
            </a:r>
            <a:r>
              <a:rPr lang="en-US" sz="3099">
                <a:solidFill>
                  <a:srgbClr val="2E006A"/>
                </a:solidFill>
              </a:rPr>
              <a:t>Ahmed Raza</a:t>
            </a:r>
            <a:endParaRPr/>
          </a:p>
          <a:p>
            <a:pPr indent="0" lvl="0" marL="0" marR="0" rtl="0" algn="l">
              <a:lnSpc>
                <a:spcPct val="140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>
                <a:solidFill>
                  <a:srgbClr val="2E006A"/>
                </a:solidFill>
                <a:latin typeface="Arial"/>
                <a:ea typeface="Arial"/>
                <a:cs typeface="Arial"/>
                <a:sym typeface="Arial"/>
              </a:rPr>
              <a:t>Year:   2nd       Department: CSE    </a:t>
            </a:r>
            <a:r>
              <a:rPr lang="en-US" sz="2499">
                <a:solidFill>
                  <a:srgbClr val="2E006A"/>
                </a:solidFill>
              </a:rPr>
              <a:t> </a:t>
            </a:r>
            <a:r>
              <a:rPr lang="en-US" sz="2499">
                <a:solidFill>
                  <a:srgbClr val="2E006A"/>
                </a:solidFill>
                <a:latin typeface="Arial"/>
                <a:ea typeface="Arial"/>
                <a:cs typeface="Arial"/>
                <a:sym typeface="Arial"/>
              </a:rPr>
              <a:t>   College Name: </a:t>
            </a:r>
            <a:r>
              <a:rPr lang="en-US" sz="2499">
                <a:solidFill>
                  <a:srgbClr val="2E006A"/>
                </a:solidFill>
              </a:rPr>
              <a:t>Muffakham Jah College of Engineering and Technology</a:t>
            </a:r>
            <a:endParaRPr/>
          </a:p>
          <a:p>
            <a:pPr indent="0" lvl="0" marL="0" marR="0" rtl="0" algn="l">
              <a:lnSpc>
                <a:spcPct val="1904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99">
              <a:solidFill>
                <a:srgbClr val="2E006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904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99">
              <a:solidFill>
                <a:srgbClr val="2E006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904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99">
              <a:solidFill>
                <a:srgbClr val="2E00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1028700" y="6902000"/>
            <a:ext cx="16221000" cy="30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99">
                <a:solidFill>
                  <a:srgbClr val="2E006A"/>
                </a:solidFill>
                <a:latin typeface="Arial"/>
                <a:ea typeface="Arial"/>
                <a:cs typeface="Arial"/>
                <a:sym typeface="Arial"/>
              </a:rPr>
              <a:t>Team Member 4 Name: </a:t>
            </a:r>
            <a:r>
              <a:rPr lang="en-US" sz="3099">
                <a:solidFill>
                  <a:srgbClr val="2E006A"/>
                </a:solidFill>
              </a:rPr>
              <a:t>Mohd Haseeb Uddin</a:t>
            </a:r>
            <a:endParaRPr/>
          </a:p>
          <a:p>
            <a:pPr indent="0" lvl="0" marL="0" marR="0" rtl="0" algn="l">
              <a:lnSpc>
                <a:spcPct val="140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>
                <a:solidFill>
                  <a:srgbClr val="2E006A"/>
                </a:solidFill>
                <a:latin typeface="Arial"/>
                <a:ea typeface="Arial"/>
                <a:cs typeface="Arial"/>
                <a:sym typeface="Arial"/>
              </a:rPr>
              <a:t>Year:   2nd       Department: CSE         College Name: </a:t>
            </a:r>
            <a:r>
              <a:rPr lang="en-US" sz="2499">
                <a:solidFill>
                  <a:srgbClr val="2E006A"/>
                </a:solidFill>
              </a:rPr>
              <a:t>Muffakham Jah College of Engineering and Technology</a:t>
            </a:r>
            <a:endParaRPr/>
          </a:p>
          <a:p>
            <a:pPr indent="0" lvl="0" marL="0" marR="0" rtl="0" algn="l">
              <a:lnSpc>
                <a:spcPct val="1904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99">
              <a:solidFill>
                <a:srgbClr val="2E006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904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99">
              <a:solidFill>
                <a:srgbClr val="2E006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904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99">
              <a:solidFill>
                <a:srgbClr val="2E00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1028700" y="8251375"/>
            <a:ext cx="16221000" cy="30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99">
                <a:solidFill>
                  <a:srgbClr val="2E006A"/>
                </a:solidFill>
                <a:latin typeface="Arial"/>
                <a:ea typeface="Arial"/>
                <a:cs typeface="Arial"/>
                <a:sym typeface="Arial"/>
              </a:rPr>
              <a:t>Team Member 5 Name: </a:t>
            </a:r>
            <a:r>
              <a:rPr lang="en-US" sz="3099">
                <a:solidFill>
                  <a:srgbClr val="2E006A"/>
                </a:solidFill>
              </a:rPr>
              <a:t>Saniya Parveen</a:t>
            </a:r>
            <a:endParaRPr/>
          </a:p>
          <a:p>
            <a:pPr indent="0" lvl="0" marL="0" marR="0" rtl="0" algn="l">
              <a:lnSpc>
                <a:spcPct val="140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>
                <a:solidFill>
                  <a:srgbClr val="2E006A"/>
                </a:solidFill>
                <a:latin typeface="Arial"/>
                <a:ea typeface="Arial"/>
                <a:cs typeface="Arial"/>
                <a:sym typeface="Arial"/>
              </a:rPr>
              <a:t>Year:   2nd       Department: CSE         College Name: </a:t>
            </a:r>
            <a:r>
              <a:rPr lang="en-US" sz="2499">
                <a:solidFill>
                  <a:srgbClr val="2E006A"/>
                </a:solidFill>
              </a:rPr>
              <a:t>Muffakham Jah College of Engineering and Technology</a:t>
            </a:r>
            <a:endParaRPr/>
          </a:p>
          <a:p>
            <a:pPr indent="0" lvl="0" marL="0" marR="0" rtl="0" algn="l">
              <a:lnSpc>
                <a:spcPct val="1904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99">
              <a:solidFill>
                <a:srgbClr val="2E006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904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99">
              <a:solidFill>
                <a:srgbClr val="2E006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904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99">
              <a:solidFill>
                <a:srgbClr val="2E00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